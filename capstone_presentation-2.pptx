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CAPSTONE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System &amp; New Endpoints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Abdullah Alasmari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49640" y="17373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BE7B4"/>
          </a:solidFill>
          <a:ln w="12700">
            <a:solidFill>
              <a:srgbClr val="D9A5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49640" y="1737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B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92640" y="2624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49640" y="29260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7E6FB"/>
          </a:solidFill>
          <a:ln w="12700">
            <a:solidFill>
              <a:srgbClr val="6E9F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49640" y="2926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49640" y="41148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4114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Spring Boot backend for a simple e-commerce marketplace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480560" cy="1234440"/>
          </a:xfrm>
          <a:prstGeom prst="roundRect">
            <a:avLst>
              <a:gd name="adj" fmla="val 5185"/>
            </a:avLst>
          </a:prstGeom>
          <a:solidFill>
            <a:srgbClr val="FBE7B4"/>
          </a:solidFill>
          <a:ln w="12700">
            <a:solidFill>
              <a:srgbClr val="D9A5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requests, validates input, returns ResponseEntity + status code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480560" cy="1234440"/>
          </a:xfrm>
          <a:prstGeom prst="roundRect">
            <a:avLst>
              <a:gd name="adj" fmla="val 5185"/>
            </a:avLst>
          </a:prstGeom>
          <a:solidFill>
            <a:srgbClr val="D7E6FB"/>
          </a:solidFill>
          <a:ln w="12700">
            <a:solidFill>
              <a:srgbClr val="6E9F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584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502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in-memory ArrayList storage, lookups, int result codes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882896"/>
            <a:ext cx="4480560" cy="1234440"/>
          </a:xfrm>
          <a:prstGeom prst="roundRect">
            <a:avLst>
              <a:gd name="adj" fmla="val 5185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020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858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classes with Lombok + validation annotations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600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DOMAINS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32120" y="2057400"/>
            <a:ext cx="502920" cy="502920"/>
          </a:xfrm>
          <a:prstGeom prst="ellipse">
            <a:avLst/>
          </a:prstGeom>
          <a:solidFill>
            <a:srgbClr val="D8F2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32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roles (Admin / Customer), wallet balance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32120" y="2834640"/>
            <a:ext cx="502920" cy="502920"/>
          </a:xfrm>
          <a:prstGeom prst="ellipse">
            <a:avLst/>
          </a:prstGeom>
          <a:solidFill>
            <a:srgbClr val="D8F2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321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— name, price, category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532120" y="3611880"/>
            <a:ext cx="502920" cy="502920"/>
          </a:xfrm>
          <a:prstGeom prst="ellipse">
            <a:avLst/>
          </a:prstGeom>
          <a:solidFill>
            <a:srgbClr val="D8F2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5321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products for browsing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32120" y="4389120"/>
            <a:ext cx="502920" cy="502920"/>
          </a:xfrm>
          <a:prstGeom prst="ellipse">
            <a:avLst/>
          </a:prstGeom>
          <a:solidFill>
            <a:srgbClr val="D8F2E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5321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343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4343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on the marketplace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32120" y="5166360"/>
            <a:ext cx="502920" cy="502920"/>
          </a:xfrm>
          <a:prstGeom prst="ellipse">
            <a:avLst/>
          </a:prstGeom>
          <a:solidFill>
            <a:srgbClr val="D8F2E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3212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5120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MerchantStock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5120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 — which merchant stocks which product, and how much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System UML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· Service · Model across all five domains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778240" y="384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7B4"/>
          </a:solidFill>
          <a:ln w="12700">
            <a:solidFill>
              <a:srgbClr val="D9A5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78240" y="7498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7E6FB"/>
          </a:solidFill>
          <a:ln w="12700">
            <a:solidFill>
              <a:srgbClr val="6E9F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731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78240" y="11155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pic>
        <p:nvPicPr>
          <p:cNvPr id="10" name="Image 0" descr="/mnt/user-data/uploads/UML_-_Capstone_UML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861" y="1371600"/>
            <a:ext cx="8913230" cy="5074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Design Conventions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applied across every controller, service, and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Result Codes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return 0 for success and a distinct int per failure reason, so a controller can report exactly what went wrong.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3063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7731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3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buyProduct → 0 success · 1 user · 2 product · 3 merchant · 4 stock · 5 balance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Prefixed Identifiers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1546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 is validated with a class-specific prefix, catching a mismatched id before it ever reaches a lookup.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663440"/>
            <a:ext cx="3063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47731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3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 User   P- Product   C- Category   M- Merchant   MS- MerchantStock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Messages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1546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@NotEmpty / @Pattern / @Size constraint carries a clear message, surfaced via Errors in the controller.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063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0" y="47731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3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 must be either 'Admin' or 'Customer'"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Endpoint — discount()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ProductService.discount(String productId, double percentage) → 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642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product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391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in-memory product list by productId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15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percentage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906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not strictly between 0 and 100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767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new price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422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price × (1 − percentage / 100), then save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1691640"/>
            <a:ext cx="4572000" cy="3246120"/>
          </a:xfrm>
          <a:prstGeom prst="roundRect">
            <a:avLst>
              <a:gd name="adj" fmla="val 2254"/>
            </a:avLst>
          </a:prstGeom>
          <a:solidFill>
            <a:srgbClr val="D7E6FB"/>
          </a:solidFill>
          <a:ln w="12700">
            <a:solidFill>
              <a:srgbClr val="6E9F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CODES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60920" y="2377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 successfully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60920" y="3063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60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was not found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6092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609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discount percentage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powers flash sales and seasonal promotions without adding a single new field or class.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Endpoints — Wallet &amp; Onboarding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UserService additions: growing a customer's wallet, and admin-controlled merchant onboarding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385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addBalance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860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addBalance(String userId, double amount) → 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862072"/>
            <a:ext cx="91440" cy="91440"/>
          </a:xfrm>
          <a:prstGeom prst="ellipse">
            <a:avLst/>
          </a:prstGeom>
          <a:solidFill>
            <a:srgbClr val="6E9F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788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user by 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282696"/>
            <a:ext cx="91440" cy="91440"/>
          </a:xfrm>
          <a:prstGeom prst="ellipse">
            <a:avLst/>
          </a:prstGeom>
          <a:solidFill>
            <a:srgbClr val="6E9F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2095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an amount ≤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703320"/>
            <a:ext cx="91440" cy="91440"/>
          </a:xfrm>
          <a:prstGeom prst="ellipse">
            <a:avLst/>
          </a:prstGeom>
          <a:solidFill>
            <a:srgbClr val="6E9FD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6301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amount to the user's balance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480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80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added successfully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28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828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was not found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1755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75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amount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164592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19385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addMerchant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2860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addMerchant(String userId, String id, String name) → 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862072"/>
            <a:ext cx="91440" cy="91440"/>
          </a:xfrm>
          <a:prstGeom prst="ellipse">
            <a:avLst/>
          </a:prstGeom>
          <a:solidFill>
            <a:srgbClr val="6E9F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20840" y="2788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requesting user by id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3282696"/>
            <a:ext cx="91440" cy="91440"/>
          </a:xfrm>
          <a:prstGeom prst="ellipse">
            <a:avLst/>
          </a:prstGeom>
          <a:solidFill>
            <a:srgbClr val="6E9FD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0840" y="32095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role == "Admin"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3703320"/>
            <a:ext cx="91440" cy="91440"/>
          </a:xfrm>
          <a:prstGeom prst="ellipse">
            <a:avLst/>
          </a:prstGeom>
          <a:solidFill>
            <a:srgbClr val="6E9FD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20840" y="36301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registers the new Merchant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4343400"/>
            <a:ext cx="48006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4480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4480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added successfully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828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4828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was not found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1755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5175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not an Admin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Endpoints — Browsing &amp; Inventory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 endpoints that join existing data instead of adding anything new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385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GetCategoryProducts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86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CategoryService.GetCategoryProducts(String id) → ArrayList&lt;Product&gt;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05840" y="30632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30632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8404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existing product list by categoryId and returns every match. Powers a storefront category page — "Show me everything in Electronics" — without touching the Product or Category models.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64592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9385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getMerchantStocks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286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MerchantService.getMerchantStocks(String merchantId) → ArrayList&lt;MerchantStock&gt;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30632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06840" y="30632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0684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8404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existing MerchantStock list by merchantId. Gives a merchant a single call to see their full inventory — every product they stock and how much — for a seller dashboard view.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endpoints, five real marketplace capabilities — zero new attributes or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21031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7101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discount() enables flash sales &amp; seasonal pricing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178308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21031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958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9260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Wallet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addBalance() lets customers top up before checkout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5776" y="178308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8152" y="21031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8815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29260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Growth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addMerchant() onboards sellers, gated to Admins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24344" y="178308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21031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29260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Browsing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07224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GetCategoryProducts() drives category storefront pages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82912" y="178308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7F8FA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05288" y="2103120"/>
            <a:ext cx="640080" cy="640080"/>
          </a:xfrm>
          <a:prstGeom prst="ellipse">
            <a:avLst/>
          </a:prstGeom>
          <a:solidFill>
            <a:srgbClr val="D7E6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0528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29260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Insights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getMerchantStocks() gives sellers a full inventory view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Model  ·  5 new endpoints  ·  0 new classes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Abdullah Alasmari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20116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BE7B4"/>
          </a:solidFill>
          <a:ln w="12700">
            <a:solidFill>
              <a:srgbClr val="D9A5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49640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B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49640" y="32004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7E6FB"/>
          </a:solidFill>
          <a:ln w="12700">
            <a:solidFill>
              <a:srgbClr val="6E9F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49640" y="3200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49640" y="43891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8F2E1"/>
          </a:solidFill>
          <a:ln w="12700">
            <a:solidFill>
              <a:srgbClr val="5CB5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4389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C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2026-09-16T04:12:31Z</dcterms:created>
  <dcterms:modified xsi:type="dcterms:W3CDTF">2026-09-16T04:12:31Z</dcterms:modified>
</cp:coreProperties>
</file>